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654" autoAdjust="0"/>
  </p:normalViewPr>
  <p:slideViewPr>
    <p:cSldViewPr snapToGrid="0">
      <p:cViewPr varScale="1">
        <p:scale>
          <a:sx n="87" d="100"/>
          <a:sy n="87" d="100"/>
        </p:scale>
        <p:origin x="3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0BCD1-B2F5-4494-A8AB-4EE8FE8568D3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8A57E-E427-4B11-98A4-892024E16F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19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这是分割图和</a:t>
            </a:r>
            <a:r>
              <a:rPr lang="en-US" altLang="zh-CN" dirty="0"/>
              <a:t>textdiffuser2</a:t>
            </a:r>
            <a:r>
              <a:rPr lang="zh-CN" altLang="en-US" dirty="0"/>
              <a:t>渲染的攻击图</a:t>
            </a:r>
            <a:r>
              <a:rPr lang="en-US" altLang="zh-CN" dirty="0"/>
              <a:t>. </a:t>
            </a:r>
            <a:r>
              <a:rPr lang="zh-CN" altLang="en-US" dirty="0"/>
              <a:t>数据集用的还是</a:t>
            </a:r>
            <a:r>
              <a:rPr lang="en-US" altLang="zh-CN" dirty="0" err="1"/>
              <a:t>typoD</a:t>
            </a:r>
            <a:r>
              <a:rPr lang="zh-CN" altLang="en-US" dirty="0"/>
              <a:t>的</a:t>
            </a:r>
            <a:r>
              <a:rPr lang="en-US" altLang="zh-CN" dirty="0"/>
              <a:t>color</a:t>
            </a:r>
            <a:r>
              <a:rPr lang="zh-CN" altLang="en-US" dirty="0"/>
              <a:t>数据集</a:t>
            </a:r>
            <a:r>
              <a:rPr lang="en-US" altLang="zh-CN" dirty="0"/>
              <a:t>, </a:t>
            </a:r>
            <a:r>
              <a:rPr lang="zh-CN" altLang="en-US" dirty="0"/>
              <a:t>问的问题都是图中某个物体的颜色</a:t>
            </a:r>
            <a:r>
              <a:rPr lang="en-US" altLang="zh-CN" dirty="0"/>
              <a:t>(</a:t>
            </a:r>
            <a:r>
              <a:rPr lang="zh-CN" altLang="en-US" dirty="0"/>
              <a:t>不过</a:t>
            </a:r>
            <a:r>
              <a:rPr lang="en-US" altLang="zh-CN" dirty="0" err="1"/>
              <a:t>papertray</a:t>
            </a:r>
            <a:r>
              <a:rPr lang="zh-CN" altLang="en-US" dirty="0"/>
              <a:t>不是颜色</a:t>
            </a:r>
            <a:r>
              <a:rPr lang="en-US" altLang="zh-CN" dirty="0"/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A57E-E427-4B11-98A4-892024E16FB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762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体现在两方面</a:t>
            </a:r>
            <a:r>
              <a:rPr lang="en-US" altLang="zh-CN" dirty="0"/>
              <a:t>, </a:t>
            </a:r>
            <a:r>
              <a:rPr lang="zh-CN" altLang="en-US" dirty="0"/>
              <a:t>一是渲染文字没有很好融入环境</a:t>
            </a:r>
            <a:r>
              <a:rPr lang="en-US" altLang="zh-CN" dirty="0"/>
              <a:t>(</a:t>
            </a:r>
            <a:r>
              <a:rPr lang="zh-CN" altLang="en-US" dirty="0"/>
              <a:t>左图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zh-CN" altLang="en-US" dirty="0"/>
              <a:t>二是文字的位置并不是最合适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A57E-E427-4B11-98A4-892024E16FB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562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Scenetap</a:t>
            </a:r>
            <a:r>
              <a:rPr lang="zh-CN" altLang="en-US" dirty="0"/>
              <a:t>本身也注意到了这一点</a:t>
            </a:r>
            <a:r>
              <a:rPr lang="en-US" altLang="zh-CN" dirty="0"/>
              <a:t>, </a:t>
            </a:r>
            <a:r>
              <a:rPr lang="zh-CN" altLang="en-US" dirty="0"/>
              <a:t>并且提出了评价指标</a:t>
            </a:r>
            <a:r>
              <a:rPr lang="en-US" altLang="zh-CN" dirty="0"/>
              <a:t>(</a:t>
            </a:r>
            <a:r>
              <a:rPr lang="zh-CN" altLang="en-US" dirty="0"/>
              <a:t>用</a:t>
            </a:r>
            <a:r>
              <a:rPr lang="en-US" altLang="zh-CN" dirty="0"/>
              <a:t>ai</a:t>
            </a:r>
            <a:r>
              <a:rPr lang="zh-CN" altLang="en-US" dirty="0"/>
              <a:t>来打分的</a:t>
            </a:r>
            <a:r>
              <a:rPr lang="en-US" altLang="zh-CN" dirty="0"/>
              <a:t>). </a:t>
            </a:r>
            <a:br>
              <a:rPr lang="en-US" altLang="zh-CN" dirty="0"/>
            </a:br>
            <a:r>
              <a:rPr lang="zh-CN" altLang="en-US" dirty="0"/>
              <a:t>肉眼观测下</a:t>
            </a:r>
            <a:r>
              <a:rPr lang="en-US" altLang="zh-CN" dirty="0"/>
              <a:t>, </a:t>
            </a:r>
            <a:r>
              <a:rPr lang="zh-CN" altLang="en-US" dirty="0"/>
              <a:t>目前生成的图片都在</a:t>
            </a:r>
            <a:r>
              <a:rPr lang="en-US" altLang="zh-CN" dirty="0"/>
              <a:t>0-5</a:t>
            </a:r>
            <a:r>
              <a:rPr lang="zh-CN" altLang="en-US" dirty="0"/>
              <a:t>这个范畴内</a:t>
            </a:r>
            <a:r>
              <a:rPr lang="en-US" altLang="zh-CN" dirty="0"/>
              <a:t>. </a:t>
            </a:r>
            <a:r>
              <a:rPr lang="zh-CN" altLang="en-US" dirty="0"/>
              <a:t>略微低于</a:t>
            </a:r>
            <a:r>
              <a:rPr lang="en-US" altLang="zh-CN" dirty="0" err="1"/>
              <a:t>scenetap</a:t>
            </a:r>
            <a:r>
              <a:rPr lang="zh-CN" altLang="en-US" dirty="0"/>
              <a:t>自身实验的描述</a:t>
            </a:r>
            <a:r>
              <a:rPr lang="en-US" altLang="zh-CN" dirty="0"/>
              <a:t>. </a:t>
            </a:r>
            <a:br>
              <a:rPr lang="en-US" altLang="zh-CN" dirty="0"/>
            </a:br>
            <a:r>
              <a:rPr lang="zh-CN" altLang="en-US" dirty="0"/>
              <a:t>但是自测的相同模型</a:t>
            </a:r>
            <a:r>
              <a:rPr lang="en-US" altLang="zh-CN" dirty="0" err="1"/>
              <a:t>llava</a:t>
            </a:r>
            <a:r>
              <a:rPr lang="zh-CN" altLang="en-US" dirty="0"/>
              <a:t>下</a:t>
            </a:r>
            <a:r>
              <a:rPr lang="en-US" altLang="zh-CN" dirty="0"/>
              <a:t>, </a:t>
            </a:r>
            <a:r>
              <a:rPr lang="zh-CN" altLang="en-US" dirty="0"/>
              <a:t>相同数据集</a:t>
            </a:r>
            <a:r>
              <a:rPr lang="en-US" altLang="zh-CN" dirty="0" err="1"/>
              <a:t>typoD</a:t>
            </a:r>
            <a:r>
              <a:rPr lang="zh-CN" altLang="en-US" dirty="0"/>
              <a:t>的</a:t>
            </a:r>
            <a:r>
              <a:rPr lang="en-US" altLang="zh-CN" dirty="0"/>
              <a:t>visual attribute detection</a:t>
            </a:r>
            <a:r>
              <a:rPr lang="zh-CN" altLang="en-US" dirty="0"/>
              <a:t>任务</a:t>
            </a:r>
            <a:r>
              <a:rPr lang="en-US" altLang="zh-CN" dirty="0"/>
              <a:t>, </a:t>
            </a:r>
            <a:r>
              <a:rPr lang="zh-CN" altLang="en-US" dirty="0"/>
              <a:t>也就是回答颜色</a:t>
            </a:r>
            <a:r>
              <a:rPr lang="en-US" altLang="zh-CN" dirty="0"/>
              <a:t>, </a:t>
            </a:r>
            <a:r>
              <a:rPr lang="zh-CN" altLang="en-US" dirty="0"/>
              <a:t>攻击成功率比</a:t>
            </a:r>
            <a:r>
              <a:rPr lang="en-US" altLang="zh-CN" dirty="0" err="1"/>
              <a:t>scenetap</a:t>
            </a:r>
            <a:r>
              <a:rPr lang="zh-CN" altLang="en-US" dirty="0"/>
              <a:t>自身描述的高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A57E-E427-4B11-98A4-892024E16FB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481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Scenetap</a:t>
            </a:r>
            <a:r>
              <a:rPr lang="zh-CN" altLang="en-US" dirty="0"/>
              <a:t>也会输出文本框</a:t>
            </a:r>
            <a:r>
              <a:rPr lang="en-US" altLang="zh-CN" dirty="0"/>
              <a:t>, </a:t>
            </a:r>
            <a:r>
              <a:rPr lang="zh-CN" altLang="en-US" dirty="0"/>
              <a:t>所以和我的测试框架是契合的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A57E-E427-4B11-98A4-892024E16FB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326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E4D598-45DF-624F-7362-C7F6F2929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451782-D33A-0E27-55D0-A21B5927A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0C73C9-3D51-84B8-671F-594D7304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5D0718-D17C-D161-3DCF-7FE93A4A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45AFB0-CC1C-3DE7-414A-388FFC06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40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A1B26F-B892-6E79-4CD6-6482A1FE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C406C-7985-6731-832E-C7233B21E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8FD9C0-148D-548C-D031-903911B4F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D938F9-EC07-8E8F-9D8E-F22982E5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4768D9-77AD-3BB7-A699-C7257CC7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867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7BCD4-70CF-FA6D-3A6F-F4C369C6C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7AD761-93DF-BB2A-6DDD-3A3341B67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1CE90-0AD1-C373-AAB9-4B4F7114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D5B6FF-B3EB-E16B-6351-57B15566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763BED-EFDB-3DAB-BE1E-BA68408F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2BED4-D8A3-EEB5-C291-858427FE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E3897C-E6B5-5687-B8A2-31CA6C1FC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3C7D2D-CE8D-BFEA-16EF-BB33A781E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F068B1-0084-60BA-9713-116590861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1D6DE7-355F-55AE-462E-36E9E91A1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AEFD02-F6A8-C274-EE52-504667BD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58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7FCF5A-3843-2ACC-571C-B2A320A5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4F7632-6298-BE26-559B-6E7BC2067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43E1D5-521F-DCF2-9531-8694EF03A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48ED71-8A11-72CE-51A3-F333C485D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1D73EB-98EA-5AED-5620-1419CF23E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E88560-2CD3-2949-7509-4CE60E2DE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AA83A6-A89F-0C43-D673-0D5069038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93A4C3-E78B-CCE8-2456-5ADAC0F2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42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2952A-973D-8EB3-59DE-B34FC7770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FD5F7A-3EE8-E0FD-8F52-83BB3CE7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564CBE-CA65-95E3-A1D8-76DDF3AE4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6159EC-D861-1A2C-88C1-499AE9C8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7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3FB156-1F51-94CC-AB1F-F75AB9F9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708F24-8D4F-B3F5-3C99-551B0D9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BCBCB4-A3F1-1F15-45A3-AE5E334A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24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1973B-49A5-6D25-D4D0-A1AA8BFD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347E7-6EBC-4545-C74C-B80E73FA3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60707F-E2DB-D1AF-50F6-17EC00ADE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C5E35F-681E-124C-BF07-B3A36E428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C97AFA-6447-512F-4EBB-AB9F8A7D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8885D8-883F-FCA9-E2E1-FF4F6721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38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DA5EB-1E95-69B2-E4DE-D95176393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841591-278F-80C5-4075-0806E02DB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610EFA-3CC0-C739-2D54-5C87347F8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44AA59-19DD-3BCD-10ED-1D09B87BE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5FD71C-862E-1239-D297-4D6127AF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BA117E-7791-532F-2590-5BA77363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01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45475-34CD-89CD-57A2-5794F9FE4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588D23-83A3-E4D7-0512-4E4267ED9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1C892D-9336-670D-E5C6-960D26A1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3AF8DF-C276-59F1-DDEB-F2AFB1D03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E63F05-CF80-5EF0-449E-D28AEAE5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94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7CB8D1-EAAC-1E51-D61B-6FB757E7B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2BA8A4-3F11-ACAE-FE5D-85DE1B032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B8FA10-14C3-A8C5-7E92-99186B8D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A432E9-9760-6FC5-9617-278DA6BB8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BA6EFD-4229-DD89-D3F6-78FF17CE0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79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0C8955-E5AF-435E-8316-1A7C755F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70716A-65C9-3428-CEDA-86834EBD1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ECD6E7-8D2B-C9BE-B4CE-9722090C89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341A6-87DD-478E-8A3E-7F4608933B71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10CC4B-A6C2-738C-FFFA-A5B0C0810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E1745-0F58-E2F4-ED50-906ED09DE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52DE8D-EFBA-466F-B334-9B99E99141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762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33B99-17FB-2A34-0092-C3BBFF6858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汇报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B81B12-5E65-4DF5-6189-2B3407F948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237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46A9A-6297-736C-0472-CD12E619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Scenetap</a:t>
            </a:r>
            <a:r>
              <a:rPr lang="zh-CN" altLang="en-US" dirty="0"/>
              <a:t>跑通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1F6A2A1-A61B-DA06-CBAC-856F82E66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33" y="1876747"/>
            <a:ext cx="5334000" cy="404812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9A1A0E-BE3B-32B7-D165-2015D59281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636" y="1876747"/>
            <a:ext cx="533400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6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B69B3-2A22-9731-6F99-71FD1009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生成质量不高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9221027-3FA7-A0B8-767D-7D4DDC0BA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88" y="1690688"/>
            <a:ext cx="5334000" cy="404812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E708AAF-FFE0-D303-038F-7990B45597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926" y="1690688"/>
            <a:ext cx="533400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19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016705-DBB1-CF31-F799-36C73D4CE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DE5F0EC-3274-E6D1-9EC7-6743A3B98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54722" y="48888"/>
            <a:ext cx="12501443" cy="6809112"/>
          </a:xfrm>
        </p:spPr>
      </p:pic>
    </p:spTree>
    <p:extLst>
      <p:ext uri="{BB962C8B-B14F-4D97-AF65-F5344CB8AC3E}">
        <p14:creationId xmlns:p14="http://schemas.microsoft.com/office/powerpoint/2010/main" val="1813399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D8294-FE63-98DA-40F2-DBBB48B1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生成质量不高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AD6B9D-A3F8-F37E-A6F8-38529B880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可能是因为全程使用</a:t>
            </a:r>
            <a:r>
              <a:rPr lang="en-US" altLang="zh-CN" dirty="0"/>
              <a:t>qwen-3.7, </a:t>
            </a:r>
            <a:r>
              <a:rPr lang="zh-CN" altLang="en-US" dirty="0"/>
              <a:t>来设计</a:t>
            </a:r>
            <a:r>
              <a:rPr lang="zh-CN" altLang="en-US" b="1" dirty="0"/>
              <a:t>攻击文本放置位置</a:t>
            </a:r>
            <a:r>
              <a:rPr lang="zh-CN" altLang="en-US" dirty="0"/>
              <a:t>和</a:t>
            </a:r>
            <a:r>
              <a:rPr lang="zh-CN" altLang="en-US" b="1" dirty="0"/>
              <a:t>攻击文本内容</a:t>
            </a:r>
            <a:endParaRPr lang="en-US" altLang="zh-CN" b="1" dirty="0"/>
          </a:p>
          <a:p>
            <a:r>
              <a:rPr lang="zh-CN" altLang="en-US" dirty="0"/>
              <a:t>用于策划攻击的提示词还有优化的空间</a:t>
            </a:r>
            <a:endParaRPr lang="en-US" altLang="zh-CN" dirty="0"/>
          </a:p>
          <a:p>
            <a:r>
              <a:rPr lang="zh-CN" altLang="en-US" dirty="0"/>
              <a:t>分割图并不完整</a:t>
            </a:r>
            <a:r>
              <a:rPr lang="en-US" altLang="zh-CN" dirty="0"/>
              <a:t>(</a:t>
            </a:r>
            <a:r>
              <a:rPr lang="zh-CN" altLang="en-US" dirty="0"/>
              <a:t>但应该影响不大</a:t>
            </a:r>
            <a:r>
              <a:rPr lang="en-US" altLang="zh-CN" dirty="0"/>
              <a:t>, </a:t>
            </a:r>
            <a:r>
              <a:rPr lang="zh-CN" altLang="en-US" dirty="0"/>
              <a:t>因为图片中的大区域都能识别出来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9584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B3752-AFDF-B646-5E77-D6D9AE14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加</a:t>
            </a:r>
            <a:r>
              <a:rPr lang="en-US" altLang="zh-CN" dirty="0"/>
              <a:t>patch</a:t>
            </a:r>
            <a:r>
              <a:rPr lang="zh-CN" altLang="en-US" dirty="0"/>
              <a:t>样例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C894289-4DB4-86B5-0B9A-304B49016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977231"/>
            <a:ext cx="5334000" cy="4048125"/>
          </a:xfrm>
        </p:spPr>
      </p:pic>
    </p:spTree>
    <p:extLst>
      <p:ext uri="{BB962C8B-B14F-4D97-AF65-F5344CB8AC3E}">
        <p14:creationId xmlns:p14="http://schemas.microsoft.com/office/powerpoint/2010/main" val="49018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06737-2896-BDCC-6751-E9031A43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下一步计划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88F5AE-E6F6-214A-DA05-509693009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优化生成质量再测试</a:t>
            </a:r>
            <a:r>
              <a:rPr lang="en-US" altLang="zh-CN" dirty="0"/>
              <a:t>(</a:t>
            </a:r>
            <a:r>
              <a:rPr lang="zh-CN" altLang="en-US" dirty="0"/>
              <a:t>比加</a:t>
            </a:r>
            <a:r>
              <a:rPr lang="en-US" altLang="zh-CN" dirty="0"/>
              <a:t>patch)?</a:t>
            </a:r>
            <a:r>
              <a:rPr lang="zh-CN" altLang="en-US" dirty="0"/>
              <a:t>还是直接测试</a:t>
            </a:r>
            <a:r>
              <a:rPr lang="en-US" altLang="zh-CN" dirty="0"/>
              <a:t>?</a:t>
            </a:r>
          </a:p>
          <a:p>
            <a:r>
              <a:rPr lang="zh-CN" altLang="en-US" dirty="0"/>
              <a:t>需要使用</a:t>
            </a:r>
            <a:r>
              <a:rPr lang="en-US" altLang="zh-CN" dirty="0"/>
              <a:t>gpt-4o(</a:t>
            </a:r>
            <a:r>
              <a:rPr lang="en-US" altLang="zh-CN" dirty="0" err="1"/>
              <a:t>scenetap</a:t>
            </a:r>
            <a:r>
              <a:rPr lang="zh-CN" altLang="en-US" dirty="0"/>
              <a:t>中使用的模型</a:t>
            </a:r>
            <a:r>
              <a:rPr lang="en-US" altLang="zh-CN" dirty="0"/>
              <a:t>)</a:t>
            </a:r>
            <a:r>
              <a:rPr lang="zh-CN" altLang="en-US" dirty="0"/>
              <a:t>来设计攻击吗</a:t>
            </a:r>
            <a:r>
              <a:rPr lang="en-US" altLang="zh-CN" dirty="0"/>
              <a:t>?</a:t>
            </a:r>
            <a:r>
              <a:rPr lang="zh-CN" altLang="en-US" dirty="0"/>
              <a:t>需要使用完整的数据集吗</a:t>
            </a:r>
            <a:r>
              <a:rPr lang="en-US" altLang="zh-CN" dirty="0"/>
              <a:t>?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zh-CN" altLang="en-US" dirty="0"/>
              <a:t>测试流程阶段</a:t>
            </a:r>
            <a:r>
              <a:rPr lang="en-US" altLang="zh-CN" dirty="0"/>
              <a:t>, </a:t>
            </a:r>
            <a:r>
              <a:rPr lang="zh-CN" altLang="en-US" dirty="0"/>
              <a:t>出于成本考虑只对</a:t>
            </a:r>
            <a:r>
              <a:rPr lang="en-US" altLang="zh-CN" dirty="0"/>
              <a:t>color</a:t>
            </a:r>
            <a:r>
              <a:rPr lang="zh-CN" altLang="en-US" dirty="0"/>
              <a:t>数据集中</a:t>
            </a:r>
            <a:r>
              <a:rPr lang="en-US" altLang="zh-CN" dirty="0"/>
              <a:t>50</a:t>
            </a:r>
            <a:r>
              <a:rPr lang="zh-CN" altLang="en-US" dirty="0"/>
              <a:t>张图做了测试</a:t>
            </a:r>
            <a:r>
              <a:rPr lang="en-US" altLang="zh-CN" dirty="0"/>
              <a:t>, </a:t>
            </a:r>
            <a:r>
              <a:rPr lang="zh-CN" altLang="en-US" dirty="0"/>
              <a:t>原始 </a:t>
            </a:r>
            <a:r>
              <a:rPr lang="en-US" altLang="zh-CN" dirty="0" err="1"/>
              <a:t>TypoD</a:t>
            </a:r>
            <a:r>
              <a:rPr lang="en-US" altLang="zh-CN" dirty="0"/>
              <a:t> 4</a:t>
            </a:r>
            <a:r>
              <a:rPr lang="zh-CN" altLang="en-US" dirty="0"/>
              <a:t>类任务</a:t>
            </a:r>
            <a:r>
              <a:rPr lang="en-US" altLang="zh-CN" dirty="0"/>
              <a:t>7</a:t>
            </a:r>
            <a:r>
              <a:rPr lang="zh-CN" altLang="en-US" dirty="0"/>
              <a:t>种数据集</a:t>
            </a:r>
            <a:r>
              <a:rPr lang="en-US" altLang="zh-CN" dirty="0"/>
              <a:t>, </a:t>
            </a:r>
            <a:r>
              <a:rPr lang="zh-CN" altLang="en-US" dirty="0"/>
              <a:t>每个包含</a:t>
            </a:r>
            <a:r>
              <a:rPr lang="en-US" altLang="zh-CN" dirty="0"/>
              <a:t>200-500</a:t>
            </a:r>
            <a:r>
              <a:rPr lang="zh-CN" altLang="en-US" dirty="0"/>
              <a:t>张图</a:t>
            </a:r>
            <a:r>
              <a:rPr lang="en-US" altLang="zh-CN" dirty="0"/>
              <a:t>. </a:t>
            </a:r>
            <a:r>
              <a:rPr lang="zh-CN" altLang="en-US" dirty="0"/>
              <a:t>其余</a:t>
            </a:r>
            <a:r>
              <a:rPr lang="en-US" altLang="zh-CN" dirty="0" err="1"/>
              <a:t>LingoQA</a:t>
            </a:r>
            <a:r>
              <a:rPr lang="en-US" altLang="zh-CN" dirty="0"/>
              <a:t>(</a:t>
            </a:r>
            <a:r>
              <a:rPr lang="zh-CN" altLang="en-US" dirty="0"/>
              <a:t>自动驾驶</a:t>
            </a:r>
            <a:r>
              <a:rPr lang="en-US" altLang="zh-CN" dirty="0"/>
              <a:t>QA)</a:t>
            </a:r>
            <a:r>
              <a:rPr lang="zh-CN" altLang="en-US" dirty="0"/>
              <a:t>和</a:t>
            </a:r>
            <a:r>
              <a:rPr lang="en-US" altLang="zh-CN" dirty="0"/>
              <a:t>VQAv2(</a:t>
            </a:r>
            <a:r>
              <a:rPr lang="zh-CN" altLang="en-US" dirty="0"/>
              <a:t>某个基准数据集</a:t>
            </a:r>
            <a:r>
              <a:rPr lang="en-US" altLang="zh-CN" dirty="0"/>
              <a:t>)</a:t>
            </a:r>
            <a:r>
              <a:rPr lang="zh-CN" altLang="en-US" dirty="0"/>
              <a:t>还未做深入了解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zh-CN" altLang="en-US" dirty="0"/>
              <a:t>设计攻击是一次性的</a:t>
            </a:r>
            <a:r>
              <a:rPr lang="en-US" altLang="zh-CN" dirty="0"/>
              <a:t>, </a:t>
            </a:r>
            <a:r>
              <a:rPr lang="zh-CN" altLang="en-US" dirty="0"/>
              <a:t>应该不会需要设计多次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i="1" dirty="0"/>
          </a:p>
          <a:p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863820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332</Words>
  <Application>Microsoft Office PowerPoint</Application>
  <PresentationFormat>宽屏</PresentationFormat>
  <Paragraphs>20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汇报5</vt:lpstr>
      <vt:lpstr>Scenetap跑通</vt:lpstr>
      <vt:lpstr>生成质量不高</vt:lpstr>
      <vt:lpstr>PowerPoint 演示文稿</vt:lpstr>
      <vt:lpstr>生成质量不高</vt:lpstr>
      <vt:lpstr>加patch样例</vt:lpstr>
      <vt:lpstr>下一步计划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宇飞 王</dc:creator>
  <cp:lastModifiedBy>宇飞 王</cp:lastModifiedBy>
  <cp:revision>3</cp:revision>
  <dcterms:created xsi:type="dcterms:W3CDTF">2026-06-22T08:59:08Z</dcterms:created>
  <dcterms:modified xsi:type="dcterms:W3CDTF">2026-06-22T13:03:37Z</dcterms:modified>
</cp:coreProperties>
</file>